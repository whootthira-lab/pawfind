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3714750" cy="8039100"/>
  <p:notesSz cx="8039100" cy="37147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14750" cy="8039034"/>
          </a:xfrm>
          <a:prstGeom prst="roundRect">
            <a:avLst>
              <a:gd name="adj" fmla="val 11282"/>
            </a:avLst>
          </a:prstGeom>
          <a:ln/>
          <a:effectLst>
            <a:outerShdw sx="100000" sy="100000" kx="0" ky="0" algn="bl" rotWithShape="0" blurRad="101600" dist="50800" dir="162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90500" y="419034"/>
            <a:ext cx="723801" cy="723801"/>
          </a:xfrm>
          <a:prstGeom prst="roundRect">
            <a:avLst>
              <a:gd name="adj" fmla="val 23687"/>
            </a:avLst>
          </a:prstGeom>
          <a:ln/>
          <a:effectLst>
            <a:outerShdw sx="100000" sy="100000" kx="0" ky="0" algn="bl" rotWithShape="0" blurRad="101600" dist="50800" dir="16200000">
              <a:srgbClr val="FFFFFF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500" y="419034"/>
            <a:ext cx="723801" cy="7238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62432" y="419034"/>
            <a:ext cx="361818" cy="361818"/>
          </a:xfrm>
          <a:prstGeom prst="roundRect">
            <a:avLst>
              <a:gd name="adj" fmla="val 31590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887" y="509488"/>
            <a:ext cx="180909" cy="18090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391132" y="476085"/>
            <a:ext cx="76068" cy="76068"/>
          </a:xfrm>
          <a:prstGeom prst="ellipse">
            <a:avLst/>
          </a:prstGeom>
          <a:ln w="10583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40494" y="1276118"/>
            <a:ext cx="343376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b="1" spc="105" kern="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🐾 PAWFIND</a:t>
            </a:r>
            <a:endParaRPr lang="en-US" sz="825" dirty="0"/>
          </a:p>
        </p:txBody>
      </p:sp>
      <p:sp>
        <p:nvSpPr>
          <p:cNvPr id="9" name="Text 5"/>
          <p:cNvSpPr/>
          <p:nvPr/>
        </p:nvSpPr>
        <p:spPr>
          <a:xfrm>
            <a:off x="140494" y="1482494"/>
            <a:ext cx="3433763" cy="2998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สวัสดี คุณวุฒิรา 👋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40494" y="1782299"/>
            <a:ext cx="343376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มี 12 เคสใกล้คุณวันนี้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190500" y="2122951"/>
            <a:ext cx="3333750" cy="389268"/>
          </a:xfrm>
          <a:prstGeom prst="roundRect">
            <a:avLst>
              <a:gd name="adj" fmla="val 34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90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01" y="2236556"/>
            <a:ext cx="161892" cy="1618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0760" y="2227626"/>
            <a:ext cx="1600531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 ชื่อ / สายพันธุ์ / จังหวัด...</a:t>
            </a:r>
            <a:endParaRPr lang="en-US" sz="975" dirty="0"/>
          </a:p>
        </p:txBody>
      </p:sp>
      <p:sp>
        <p:nvSpPr>
          <p:cNvPr id="14" name="Shape 9"/>
          <p:cNvSpPr/>
          <p:nvPr/>
        </p:nvSpPr>
        <p:spPr>
          <a:xfrm>
            <a:off x="190500" y="2874037"/>
            <a:ext cx="1609659" cy="1224690"/>
          </a:xfrm>
          <a:prstGeom prst="roundRect">
            <a:avLst>
              <a:gd name="adj" fmla="val 155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94" y="3150030"/>
            <a:ext cx="190500" cy="1905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61818" y="3540621"/>
            <a:ext cx="1343224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ตามหาน้อง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361818" y="3770147"/>
            <a:ext cx="1343224" cy="195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แจ้งสัตว์หาย หรือพบเจอ</a:t>
            </a:r>
            <a:endParaRPr lang="en-US" sz="825" dirty="0"/>
          </a:p>
        </p:txBody>
      </p:sp>
      <p:sp>
        <p:nvSpPr>
          <p:cNvPr id="18" name="Shape 12"/>
          <p:cNvSpPr/>
          <p:nvPr/>
        </p:nvSpPr>
        <p:spPr>
          <a:xfrm>
            <a:off x="1914426" y="2874037"/>
            <a:ext cx="1609824" cy="1224690"/>
          </a:xfrm>
          <a:prstGeom prst="roundRect">
            <a:avLst>
              <a:gd name="adj" fmla="val 15555"/>
            </a:avLst>
          </a:prstGeom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2085743" y="3045354"/>
            <a:ext cx="400017" cy="400017"/>
          </a:xfrm>
          <a:prstGeom prst="roundRect">
            <a:avLst>
              <a:gd name="adj" fmla="val 30955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419" y="3150030"/>
            <a:ext cx="190500" cy="1905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2085743" y="3540621"/>
            <a:ext cx="1343389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หาบ้านให้น้อง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2085743" y="3770147"/>
            <a:ext cx="1343389" cy="1953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รับอุปการะสัตว์เลี้ยง</a:t>
            </a:r>
            <a:endParaRPr lang="en-US" sz="825" dirty="0"/>
          </a:p>
        </p:txBody>
      </p:sp>
      <p:sp>
        <p:nvSpPr>
          <p:cNvPr id="23" name="Shape 16"/>
          <p:cNvSpPr/>
          <p:nvPr/>
        </p:nvSpPr>
        <p:spPr>
          <a:xfrm>
            <a:off x="190500" y="4232011"/>
            <a:ext cx="3333750" cy="708918"/>
          </a:xfrm>
          <a:prstGeom prst="roundRect">
            <a:avLst>
              <a:gd name="adj" fmla="val 214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00000">
                <a:alpha val="30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304701" y="4365294"/>
            <a:ext cx="108591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2,841</a:t>
            </a:r>
            <a:endParaRPr lang="en-US" sz="1425" dirty="0"/>
          </a:p>
        </p:txBody>
      </p:sp>
      <p:sp>
        <p:nvSpPr>
          <p:cNvPr id="25" name="Text 18"/>
          <p:cNvSpPr/>
          <p:nvPr/>
        </p:nvSpPr>
        <p:spPr>
          <a:xfrm>
            <a:off x="304701" y="4659478"/>
            <a:ext cx="1085916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เคสทั้งหมด</a:t>
            </a:r>
            <a:endParaRPr lang="en-US" sz="750" dirty="0"/>
          </a:p>
        </p:txBody>
      </p:sp>
      <p:sp>
        <p:nvSpPr>
          <p:cNvPr id="26" name="Text 19"/>
          <p:cNvSpPr/>
          <p:nvPr/>
        </p:nvSpPr>
        <p:spPr>
          <a:xfrm>
            <a:off x="1314417" y="4365294"/>
            <a:ext cx="108591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1,203</a:t>
            </a:r>
            <a:endParaRPr lang="en-US" sz="1425" dirty="0"/>
          </a:p>
        </p:txBody>
      </p:sp>
      <p:sp>
        <p:nvSpPr>
          <p:cNvPr id="27" name="Text 20"/>
          <p:cNvSpPr/>
          <p:nvPr/>
        </p:nvSpPr>
        <p:spPr>
          <a:xfrm>
            <a:off x="1314417" y="4659478"/>
            <a:ext cx="1085916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เจอแล้ว ✓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2324133" y="4365294"/>
            <a:ext cx="108591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892</a:t>
            </a:r>
            <a:endParaRPr lang="en-US" sz="1425" dirty="0"/>
          </a:p>
        </p:txBody>
      </p:sp>
      <p:sp>
        <p:nvSpPr>
          <p:cNvPr id="29" name="Text 22"/>
          <p:cNvSpPr/>
          <p:nvPr/>
        </p:nvSpPr>
        <p:spPr>
          <a:xfrm>
            <a:off x="2324133" y="4659478"/>
            <a:ext cx="1085916" cy="143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PawScout</a:t>
            </a:r>
            <a:endParaRPr lang="en-US" sz="750" dirty="0"/>
          </a:p>
        </p:txBody>
      </p:sp>
      <p:sp>
        <p:nvSpPr>
          <p:cNvPr id="30" name="Text 23"/>
          <p:cNvSpPr/>
          <p:nvPr/>
        </p:nvSpPr>
        <p:spPr>
          <a:xfrm>
            <a:off x="190500" y="5112247"/>
            <a:ext cx="888306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ใกล้คุณตอนนี้</a:t>
            </a:r>
            <a:endParaRPr lang="en-US" sz="1125" dirty="0"/>
          </a:p>
        </p:txBody>
      </p:sp>
      <p:sp>
        <p:nvSpPr>
          <p:cNvPr id="31" name="Text 24"/>
          <p:cNvSpPr/>
          <p:nvPr/>
        </p:nvSpPr>
        <p:spPr>
          <a:xfrm>
            <a:off x="3095790" y="5133413"/>
            <a:ext cx="504660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ดูทั้งหมด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190500" y="5419163"/>
            <a:ext cx="1333500" cy="1657119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3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90500" y="5419163"/>
            <a:ext cx="1333500" cy="9525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341" y="5714504"/>
            <a:ext cx="361818" cy="361818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986069" y="6209937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36" name="Text 28"/>
          <p:cNvSpPr/>
          <p:nvPr/>
        </p:nvSpPr>
        <p:spPr>
          <a:xfrm>
            <a:off x="1043219" y="6219462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37" name="Text 29"/>
          <p:cNvSpPr/>
          <p:nvPr/>
        </p:nvSpPr>
        <p:spPr>
          <a:xfrm>
            <a:off x="342867" y="5517687"/>
            <a:ext cx="257638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825" dirty="0"/>
          </a:p>
        </p:txBody>
      </p:sp>
      <p:sp>
        <p:nvSpPr>
          <p:cNvPr id="38" name="Text 30"/>
          <p:cNvSpPr/>
          <p:nvPr/>
        </p:nvSpPr>
        <p:spPr>
          <a:xfrm>
            <a:off x="285750" y="6447731"/>
            <a:ext cx="1219200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บัตเตอร์</a:t>
            </a:r>
            <a:endParaRPr lang="en-US" sz="975" dirty="0"/>
          </a:p>
        </p:txBody>
      </p:sp>
      <p:sp>
        <p:nvSpPr>
          <p:cNvPr id="39" name="Text 31"/>
          <p:cNvSpPr/>
          <p:nvPr/>
        </p:nvSpPr>
        <p:spPr>
          <a:xfrm>
            <a:off x="285750" y="6637073"/>
            <a:ext cx="121920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โกลเด้น รีทรีฟเวอร์</a:t>
            </a:r>
            <a:endParaRPr lang="en-US" sz="75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" y="6859323"/>
            <a:ext cx="95250" cy="9525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09443" y="6854031"/>
            <a:ext cx="377329" cy="14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กม.</a:t>
            </a:r>
            <a:endParaRPr lang="en-US" sz="750" dirty="0"/>
          </a:p>
        </p:txBody>
      </p:sp>
      <p:sp>
        <p:nvSpPr>
          <p:cNvPr id="42" name="Shape 33"/>
          <p:cNvSpPr/>
          <p:nvPr/>
        </p:nvSpPr>
        <p:spPr>
          <a:xfrm>
            <a:off x="1619250" y="5419163"/>
            <a:ext cx="1333500" cy="1657119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30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1619250" y="5419163"/>
            <a:ext cx="1333500" cy="9525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5091" y="5714504"/>
            <a:ext cx="361818" cy="361818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2414819" y="6209937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46" name="Text 36"/>
          <p:cNvSpPr/>
          <p:nvPr/>
        </p:nvSpPr>
        <p:spPr>
          <a:xfrm>
            <a:off x="2471969" y="6219462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47" name="Text 37"/>
          <p:cNvSpPr/>
          <p:nvPr/>
        </p:nvSpPr>
        <p:spPr>
          <a:xfrm>
            <a:off x="1771617" y="5517687"/>
            <a:ext cx="257638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825" dirty="0"/>
          </a:p>
        </p:txBody>
      </p:sp>
      <p:sp>
        <p:nvSpPr>
          <p:cNvPr id="48" name="Text 38"/>
          <p:cNvSpPr/>
          <p:nvPr/>
        </p:nvSpPr>
        <p:spPr>
          <a:xfrm>
            <a:off x="1714500" y="6447731"/>
            <a:ext cx="1219200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มิว</a:t>
            </a:r>
            <a:endParaRPr lang="en-US" sz="975" dirty="0"/>
          </a:p>
        </p:txBody>
      </p:sp>
      <p:sp>
        <p:nvSpPr>
          <p:cNvPr id="49" name="Text 39"/>
          <p:cNvSpPr/>
          <p:nvPr/>
        </p:nvSpPr>
        <p:spPr>
          <a:xfrm>
            <a:off x="1714500" y="6637073"/>
            <a:ext cx="121920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สก็อตติช โฟลด์</a:t>
            </a:r>
            <a:endParaRPr lang="en-US" sz="75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4500" y="6859323"/>
            <a:ext cx="95250" cy="95250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1838193" y="6854031"/>
            <a:ext cx="377329" cy="14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กม.</a:t>
            </a:r>
            <a:endParaRPr lang="en-US" sz="750" dirty="0"/>
          </a:p>
        </p:txBody>
      </p:sp>
      <p:sp>
        <p:nvSpPr>
          <p:cNvPr id="52" name="Shape 41"/>
          <p:cNvSpPr/>
          <p:nvPr/>
        </p:nvSpPr>
        <p:spPr>
          <a:xfrm>
            <a:off x="3048000" y="5419163"/>
            <a:ext cx="1333500" cy="1657119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30000"/>
              </a:srgbClr>
            </a:outerShdw>
          </a:effectLst>
        </p:spPr>
      </p:sp>
      <p:sp>
        <p:nvSpPr>
          <p:cNvPr id="53" name="Shape 42"/>
          <p:cNvSpPr/>
          <p:nvPr/>
        </p:nvSpPr>
        <p:spPr>
          <a:xfrm>
            <a:off x="3048000" y="5419163"/>
            <a:ext cx="1333500" cy="9525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33842" y="5714504"/>
            <a:ext cx="361818" cy="361818"/>
          </a:xfrm>
          <a:prstGeom prst="rect">
            <a:avLst/>
          </a:prstGeom>
        </p:spPr>
      </p:pic>
      <p:sp>
        <p:nvSpPr>
          <p:cNvPr id="55" name="Shape 43"/>
          <p:cNvSpPr/>
          <p:nvPr/>
        </p:nvSpPr>
        <p:spPr>
          <a:xfrm>
            <a:off x="3843569" y="6209937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56" name="Text 44"/>
          <p:cNvSpPr/>
          <p:nvPr/>
        </p:nvSpPr>
        <p:spPr>
          <a:xfrm>
            <a:off x="3900719" y="6219462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57" name="Text 45"/>
          <p:cNvSpPr/>
          <p:nvPr/>
        </p:nvSpPr>
        <p:spPr>
          <a:xfrm>
            <a:off x="3200367" y="5517687"/>
            <a:ext cx="257638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825" dirty="0"/>
          </a:p>
        </p:txBody>
      </p:sp>
      <p:sp>
        <p:nvSpPr>
          <p:cNvPr id="58" name="Text 46"/>
          <p:cNvSpPr/>
          <p:nvPr/>
        </p:nvSpPr>
        <p:spPr>
          <a:xfrm>
            <a:off x="3143250" y="6447731"/>
            <a:ext cx="1219200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ช็อกโก</a:t>
            </a:r>
            <a:endParaRPr lang="en-US" sz="975" dirty="0"/>
          </a:p>
        </p:txBody>
      </p:sp>
      <p:sp>
        <p:nvSpPr>
          <p:cNvPr id="59" name="Text 47"/>
          <p:cNvSpPr/>
          <p:nvPr/>
        </p:nvSpPr>
        <p:spPr>
          <a:xfrm>
            <a:off x="3143250" y="6637073"/>
            <a:ext cx="121920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ช็อกโกแลต แล็บ</a:t>
            </a:r>
            <a:endParaRPr lang="en-US" sz="750" dirty="0"/>
          </a:p>
        </p:txBody>
      </p:sp>
      <p:pic>
        <p:nvPicPr>
          <p:cNvPr id="6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43250" y="6859323"/>
            <a:ext cx="95250" cy="95250"/>
          </a:xfrm>
          <a:prstGeom prst="rect">
            <a:avLst/>
          </a:prstGeom>
        </p:spPr>
      </p:pic>
      <p:sp>
        <p:nvSpPr>
          <p:cNvPr id="61" name="Text 48"/>
          <p:cNvSpPr/>
          <p:nvPr/>
        </p:nvSpPr>
        <p:spPr>
          <a:xfrm>
            <a:off x="3266943" y="6854031"/>
            <a:ext cx="377329" cy="14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 กม.</a:t>
            </a:r>
            <a:endParaRPr lang="en-US" sz="750" dirty="0"/>
          </a:p>
        </p:txBody>
      </p:sp>
      <p:sp>
        <p:nvSpPr>
          <p:cNvPr id="62" name="Shape 49"/>
          <p:cNvSpPr/>
          <p:nvPr/>
        </p:nvSpPr>
        <p:spPr>
          <a:xfrm>
            <a:off x="4476750" y="5419163"/>
            <a:ext cx="1333500" cy="1657119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30000"/>
              </a:srgbClr>
            </a:outerShdw>
          </a:effectLst>
        </p:spPr>
      </p:sp>
      <p:sp>
        <p:nvSpPr>
          <p:cNvPr id="63" name="Shape 50"/>
          <p:cNvSpPr/>
          <p:nvPr/>
        </p:nvSpPr>
        <p:spPr>
          <a:xfrm>
            <a:off x="4476750" y="5419163"/>
            <a:ext cx="1333500" cy="9525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6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62592" y="5714504"/>
            <a:ext cx="361818" cy="361818"/>
          </a:xfrm>
          <a:prstGeom prst="rect">
            <a:avLst/>
          </a:prstGeom>
        </p:spPr>
      </p:pic>
      <p:sp>
        <p:nvSpPr>
          <p:cNvPr id="65" name="Shape 51"/>
          <p:cNvSpPr/>
          <p:nvPr/>
        </p:nvSpPr>
        <p:spPr>
          <a:xfrm>
            <a:off x="5272319" y="6209937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66" name="Text 52"/>
          <p:cNvSpPr/>
          <p:nvPr/>
        </p:nvSpPr>
        <p:spPr>
          <a:xfrm>
            <a:off x="5329469" y="6219462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67" name="Text 53"/>
          <p:cNvSpPr/>
          <p:nvPr/>
        </p:nvSpPr>
        <p:spPr>
          <a:xfrm>
            <a:off x="4629117" y="5517687"/>
            <a:ext cx="257638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825" dirty="0"/>
          </a:p>
        </p:txBody>
      </p:sp>
      <p:sp>
        <p:nvSpPr>
          <p:cNvPr id="68" name="Text 54"/>
          <p:cNvSpPr/>
          <p:nvPr/>
        </p:nvSpPr>
        <p:spPr>
          <a:xfrm>
            <a:off x="4572000" y="6447731"/>
            <a:ext cx="1219200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ไข่มุก</a:t>
            </a:r>
            <a:endParaRPr lang="en-US" sz="975" dirty="0"/>
          </a:p>
        </p:txBody>
      </p:sp>
      <p:sp>
        <p:nvSpPr>
          <p:cNvPr id="69" name="Text 55"/>
          <p:cNvSpPr/>
          <p:nvPr/>
        </p:nvSpPr>
        <p:spPr>
          <a:xfrm>
            <a:off x="4572000" y="6637073"/>
            <a:ext cx="121920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เปอร์เซีย</a:t>
            </a:r>
            <a:endParaRPr lang="en-US" sz="750" dirty="0"/>
          </a:p>
        </p:txBody>
      </p:sp>
      <p:pic>
        <p:nvPicPr>
          <p:cNvPr id="7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0" y="6859323"/>
            <a:ext cx="95250" cy="95250"/>
          </a:xfrm>
          <a:prstGeom prst="rect">
            <a:avLst/>
          </a:prstGeom>
        </p:spPr>
      </p:pic>
      <p:sp>
        <p:nvSpPr>
          <p:cNvPr id="71" name="Text 56"/>
          <p:cNvSpPr/>
          <p:nvPr/>
        </p:nvSpPr>
        <p:spPr>
          <a:xfrm>
            <a:off x="4695693" y="6854031"/>
            <a:ext cx="377329" cy="143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 กม.</a:t>
            </a:r>
            <a:endParaRPr lang="en-US" sz="750" dirty="0"/>
          </a:p>
        </p:txBody>
      </p:sp>
      <p:pic>
        <p:nvPicPr>
          <p:cNvPr id="7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9043" y="7534176"/>
            <a:ext cx="190500" cy="190500"/>
          </a:xfrm>
          <a:prstGeom prst="rect">
            <a:avLst/>
          </a:prstGeom>
        </p:spPr>
      </p:pic>
      <p:sp>
        <p:nvSpPr>
          <p:cNvPr id="73" name="Text 57"/>
          <p:cNvSpPr/>
          <p:nvPr/>
        </p:nvSpPr>
        <p:spPr>
          <a:xfrm>
            <a:off x="829634" y="7440084"/>
            <a:ext cx="2140446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น้องบัตเตอร์กลับบ้านแล้ว! 🎉</a:t>
            </a:r>
            <a:endParaRPr lang="en-US" sz="1050" dirty="0"/>
          </a:p>
        </p:txBody>
      </p:sp>
      <p:sp>
        <p:nvSpPr>
          <p:cNvPr id="74" name="Text 58"/>
          <p:cNvSpPr/>
          <p:nvPr/>
        </p:nvSpPr>
        <p:spPr>
          <a:xfrm>
            <a:off x="829634" y="7670767"/>
            <a:ext cx="2140446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พบโดย PawScout ในย่านลาดพร้าว · 2 ชม. ที่แล้ว</a:t>
            </a:r>
            <a:endParaRPr lang="en-US" sz="825" dirty="0"/>
          </a:p>
        </p:txBody>
      </p:sp>
      <p:sp>
        <p:nvSpPr>
          <p:cNvPr id="75" name="Shape 59"/>
          <p:cNvSpPr/>
          <p:nvPr/>
        </p:nvSpPr>
        <p:spPr>
          <a:xfrm>
            <a:off x="0" y="7258017"/>
            <a:ext cx="3714750" cy="78101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0371" y="7382868"/>
            <a:ext cx="209517" cy="209517"/>
          </a:xfrm>
          <a:prstGeom prst="rect">
            <a:avLst/>
          </a:prstGeom>
        </p:spPr>
      </p:pic>
      <p:sp>
        <p:nvSpPr>
          <p:cNvPr id="77" name="Text 60"/>
          <p:cNvSpPr/>
          <p:nvPr/>
        </p:nvSpPr>
        <p:spPr>
          <a:xfrm>
            <a:off x="209186" y="7620827"/>
            <a:ext cx="408087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หน้าแรก</a:t>
            </a:r>
            <a:endParaRPr lang="en-US" sz="750" dirty="0"/>
          </a:p>
        </p:txBody>
      </p:sp>
      <p:pic>
        <p:nvPicPr>
          <p:cNvPr id="7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0961" y="7382868"/>
            <a:ext cx="209517" cy="209517"/>
          </a:xfrm>
          <a:prstGeom prst="rect">
            <a:avLst/>
          </a:prstGeom>
        </p:spPr>
      </p:pic>
      <p:sp>
        <p:nvSpPr>
          <p:cNvPr id="79" name="Text 61"/>
          <p:cNvSpPr/>
          <p:nvPr/>
        </p:nvSpPr>
        <p:spPr>
          <a:xfrm>
            <a:off x="1019969" y="7620827"/>
            <a:ext cx="287701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</a:t>
            </a:r>
            <a:endParaRPr lang="en-US" sz="750" dirty="0"/>
          </a:p>
        </p:txBody>
      </p:sp>
      <p:sp>
        <p:nvSpPr>
          <p:cNvPr id="80" name="Shape 62"/>
          <p:cNvSpPr/>
          <p:nvPr/>
        </p:nvSpPr>
        <p:spPr>
          <a:xfrm>
            <a:off x="1600068" y="7192533"/>
            <a:ext cx="514284" cy="514284"/>
          </a:xfrm>
          <a:prstGeom prst="ellipse">
            <a:avLst/>
          </a:prstGeom>
          <a:ln/>
          <a:effectLst>
            <a:outerShdw sx="100000" sy="100000" kx="0" ky="0" algn="bl" rotWithShape="0" blurRad="171450" dist="38100" dir="5400000">
              <a:srgbClr val="000000">
                <a:alpha val="30000"/>
              </a:srgbClr>
            </a:outerShdw>
          </a:effectLst>
        </p:spPr>
      </p:sp>
      <p:pic>
        <p:nvPicPr>
          <p:cNvPr id="8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33351" y="7325817"/>
            <a:ext cx="247551" cy="247551"/>
          </a:xfrm>
          <a:prstGeom prst="rect">
            <a:avLst/>
          </a:prstGeom>
        </p:spPr>
      </p:pic>
      <p:pic>
        <p:nvPicPr>
          <p:cNvPr id="82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84107" y="7382868"/>
            <a:ext cx="209517" cy="209517"/>
          </a:xfrm>
          <a:prstGeom prst="rect">
            <a:avLst/>
          </a:prstGeom>
        </p:spPr>
      </p:pic>
      <p:sp>
        <p:nvSpPr>
          <p:cNvPr id="83" name="Text 63"/>
          <p:cNvSpPr/>
          <p:nvPr/>
        </p:nvSpPr>
        <p:spPr>
          <a:xfrm>
            <a:off x="2393322" y="7620827"/>
            <a:ext cx="467122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รับอุปการะ</a:t>
            </a:r>
            <a:endParaRPr lang="en-US" sz="750" dirty="0"/>
          </a:p>
        </p:txBody>
      </p:sp>
      <p:pic>
        <p:nvPicPr>
          <p:cNvPr id="8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234697" y="7382868"/>
            <a:ext cx="209517" cy="209517"/>
          </a:xfrm>
          <a:prstGeom prst="rect">
            <a:avLst/>
          </a:prstGeom>
        </p:spPr>
      </p:pic>
      <p:sp>
        <p:nvSpPr>
          <p:cNvPr id="85" name="Text 64"/>
          <p:cNvSpPr/>
          <p:nvPr/>
        </p:nvSpPr>
        <p:spPr>
          <a:xfrm>
            <a:off x="3199970" y="7620827"/>
            <a:ext cx="35517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โปรไฟล์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14750" cy="8039034"/>
          </a:xfrm>
          <a:prstGeom prst="roundRect">
            <a:avLst>
              <a:gd name="adj" fmla="val 11282"/>
            </a:avLst>
          </a:prstGeom>
          <a:ln/>
          <a:effectLst>
            <a:outerShdw sx="100000" sy="100000" kx="0" ky="0" algn="bl" rotWithShape="0" blurRad="101600" dist="50800" dir="162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3714750" cy="16432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90500" y="419034"/>
            <a:ext cx="343376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ค้นหาสัตว์เลี้ยง</a:t>
            </a:r>
            <a:endParaRPr lang="en-US" sz="127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784" y="852951"/>
            <a:ext cx="142875" cy="1428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6225" y="1243476"/>
            <a:ext cx="448337" cy="217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ทั้งหมด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962653" y="1243476"/>
            <a:ext cx="275861" cy="217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476607" y="1243476"/>
            <a:ext cx="413279" cy="217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พบเจอ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2127978" y="1243476"/>
            <a:ext cx="294382" cy="217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สุนัข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2660452" y="1243476"/>
            <a:ext cx="287933" cy="217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แมว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186477" y="1243476"/>
            <a:ext cx="547721" cy="217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กรุงเทพฯ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90500" y="1776512"/>
            <a:ext cx="343376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พบ 6 รายการ · เรียงตามระยะทาง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190500" y="2038945"/>
            <a:ext cx="1609659" cy="1992478"/>
          </a:xfrm>
          <a:prstGeom prst="roundRect">
            <a:avLst>
              <a:gd name="adj" fmla="val 11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90500" y="2038945"/>
            <a:ext cx="1609659" cy="12190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54" y="2416803"/>
            <a:ext cx="463186" cy="46318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262228" y="3096287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1319378" y="3105812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18" name="Text 14"/>
          <p:cNvSpPr/>
          <p:nvPr/>
        </p:nvSpPr>
        <p:spPr>
          <a:xfrm>
            <a:off x="352293" y="2146895"/>
            <a:ext cx="257638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1352914" y="2146895"/>
            <a:ext cx="361652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รางวัล</a:t>
            </a:r>
            <a:endParaRPr lang="en-US" sz="825" dirty="0"/>
          </a:p>
        </p:txBody>
      </p:sp>
      <p:sp>
        <p:nvSpPr>
          <p:cNvPr id="20" name="Text 16"/>
          <p:cNvSpPr/>
          <p:nvPr/>
        </p:nvSpPr>
        <p:spPr>
          <a:xfrm>
            <a:off x="295176" y="3343672"/>
            <a:ext cx="147650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บัตเตอร์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295176" y="3554181"/>
            <a:ext cx="1476507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โกลเด้น รีทรีฟเวอร์</a:t>
            </a:r>
            <a:endParaRPr lang="en-US" sz="7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76" y="3795448"/>
            <a:ext cx="95250" cy="952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09443" y="3790156"/>
            <a:ext cx="426277" cy="14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ลาดพร้าว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1394354" y="3768990"/>
            <a:ext cx="37732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กม.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1914426" y="2038945"/>
            <a:ext cx="1609824" cy="1992478"/>
          </a:xfrm>
          <a:prstGeom prst="roundRect">
            <a:avLst>
              <a:gd name="adj" fmla="val 118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914426" y="2038945"/>
            <a:ext cx="1609824" cy="12190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745" y="2416803"/>
            <a:ext cx="463186" cy="46318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2986319" y="3096287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3043469" y="3105812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30" name="Text 24"/>
          <p:cNvSpPr/>
          <p:nvPr/>
        </p:nvSpPr>
        <p:spPr>
          <a:xfrm>
            <a:off x="2076218" y="2146895"/>
            <a:ext cx="257638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825" dirty="0"/>
          </a:p>
        </p:txBody>
      </p:sp>
      <p:sp>
        <p:nvSpPr>
          <p:cNvPr id="31" name="Text 25"/>
          <p:cNvSpPr/>
          <p:nvPr/>
        </p:nvSpPr>
        <p:spPr>
          <a:xfrm>
            <a:off x="2019101" y="3343672"/>
            <a:ext cx="1476673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มิว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2019101" y="3554181"/>
            <a:ext cx="147667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สก็อตติช โฟลด์</a:t>
            </a:r>
            <a:endParaRPr lang="en-US" sz="7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101" y="3795448"/>
            <a:ext cx="95250" cy="9525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133368" y="3790156"/>
            <a:ext cx="320775" cy="14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บางนา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3118445" y="3768990"/>
            <a:ext cx="37732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กม.</a:t>
            </a:r>
            <a:endParaRPr lang="en-US" sz="750" dirty="0"/>
          </a:p>
        </p:txBody>
      </p:sp>
      <p:sp>
        <p:nvSpPr>
          <p:cNvPr id="36" name="Shape 29"/>
          <p:cNvSpPr/>
          <p:nvPr/>
        </p:nvSpPr>
        <p:spPr>
          <a:xfrm>
            <a:off x="190500" y="4145690"/>
            <a:ext cx="1609659" cy="1992478"/>
          </a:xfrm>
          <a:prstGeom prst="roundRect">
            <a:avLst>
              <a:gd name="adj" fmla="val 11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190500" y="4145690"/>
            <a:ext cx="1609659" cy="12190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654" y="4523548"/>
            <a:ext cx="463186" cy="463186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1262228" y="5203032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40" name="Text 32"/>
          <p:cNvSpPr/>
          <p:nvPr/>
        </p:nvSpPr>
        <p:spPr>
          <a:xfrm>
            <a:off x="1319378" y="5212557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41" name="Text 33"/>
          <p:cNvSpPr/>
          <p:nvPr/>
        </p:nvSpPr>
        <p:spPr>
          <a:xfrm>
            <a:off x="352293" y="4253640"/>
            <a:ext cx="257638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825" dirty="0"/>
          </a:p>
        </p:txBody>
      </p:sp>
      <p:sp>
        <p:nvSpPr>
          <p:cNvPr id="42" name="Text 34"/>
          <p:cNvSpPr/>
          <p:nvPr/>
        </p:nvSpPr>
        <p:spPr>
          <a:xfrm>
            <a:off x="1352914" y="4253640"/>
            <a:ext cx="361652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รางวัล</a:t>
            </a:r>
            <a:endParaRPr lang="en-US" sz="825" dirty="0"/>
          </a:p>
        </p:txBody>
      </p:sp>
      <p:sp>
        <p:nvSpPr>
          <p:cNvPr id="43" name="Text 35"/>
          <p:cNvSpPr/>
          <p:nvPr/>
        </p:nvSpPr>
        <p:spPr>
          <a:xfrm>
            <a:off x="295176" y="5450417"/>
            <a:ext cx="147650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ช็อกโก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295176" y="5660926"/>
            <a:ext cx="1476507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ช็อกโกแลต แล็บ</a:t>
            </a:r>
            <a:endParaRPr lang="en-US" sz="75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176" y="5902193"/>
            <a:ext cx="95250" cy="9525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409443" y="5896902"/>
            <a:ext cx="273976" cy="14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สาทร</a:t>
            </a:r>
            <a:endParaRPr lang="en-US" sz="750" dirty="0"/>
          </a:p>
        </p:txBody>
      </p:sp>
      <p:sp>
        <p:nvSpPr>
          <p:cNvPr id="47" name="Text 38"/>
          <p:cNvSpPr/>
          <p:nvPr/>
        </p:nvSpPr>
        <p:spPr>
          <a:xfrm>
            <a:off x="1394354" y="5875735"/>
            <a:ext cx="37732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 กม.</a:t>
            </a:r>
            <a:endParaRPr lang="en-US" sz="750" dirty="0"/>
          </a:p>
        </p:txBody>
      </p:sp>
      <p:sp>
        <p:nvSpPr>
          <p:cNvPr id="48" name="Shape 39"/>
          <p:cNvSpPr/>
          <p:nvPr/>
        </p:nvSpPr>
        <p:spPr>
          <a:xfrm>
            <a:off x="1914426" y="4145690"/>
            <a:ext cx="1609824" cy="1992478"/>
          </a:xfrm>
          <a:prstGeom prst="roundRect">
            <a:avLst>
              <a:gd name="adj" fmla="val 118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1914426" y="4145690"/>
            <a:ext cx="1609824" cy="12190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745" y="4523548"/>
            <a:ext cx="463186" cy="463186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2986319" y="5203032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52" name="Text 42"/>
          <p:cNvSpPr/>
          <p:nvPr/>
        </p:nvSpPr>
        <p:spPr>
          <a:xfrm>
            <a:off x="3043469" y="5212557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53" name="Text 43"/>
          <p:cNvSpPr/>
          <p:nvPr/>
        </p:nvSpPr>
        <p:spPr>
          <a:xfrm>
            <a:off x="2076218" y="4253640"/>
            <a:ext cx="257638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825" dirty="0"/>
          </a:p>
        </p:txBody>
      </p:sp>
      <p:sp>
        <p:nvSpPr>
          <p:cNvPr id="54" name="Text 44"/>
          <p:cNvSpPr/>
          <p:nvPr/>
        </p:nvSpPr>
        <p:spPr>
          <a:xfrm>
            <a:off x="2019101" y="5450417"/>
            <a:ext cx="1476673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ไข่มุก</a:t>
            </a:r>
            <a:endParaRPr lang="en-US" sz="1050" dirty="0"/>
          </a:p>
        </p:txBody>
      </p:sp>
      <p:sp>
        <p:nvSpPr>
          <p:cNvPr id="55" name="Text 45"/>
          <p:cNvSpPr/>
          <p:nvPr/>
        </p:nvSpPr>
        <p:spPr>
          <a:xfrm>
            <a:off x="2019101" y="5660926"/>
            <a:ext cx="147667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เปอร์เซีย</a:t>
            </a:r>
            <a:endParaRPr lang="en-US" sz="750" dirty="0"/>
          </a:p>
        </p:txBody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101" y="5902193"/>
            <a:ext cx="95250" cy="95250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2133368" y="5896902"/>
            <a:ext cx="268685" cy="14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เมือง</a:t>
            </a:r>
            <a:endParaRPr lang="en-US" sz="750" dirty="0"/>
          </a:p>
        </p:txBody>
      </p:sp>
      <p:sp>
        <p:nvSpPr>
          <p:cNvPr id="58" name="Text 47"/>
          <p:cNvSpPr/>
          <p:nvPr/>
        </p:nvSpPr>
        <p:spPr>
          <a:xfrm>
            <a:off x="3118445" y="5875735"/>
            <a:ext cx="37732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 กม.</a:t>
            </a:r>
            <a:endParaRPr lang="en-US" sz="750" dirty="0"/>
          </a:p>
        </p:txBody>
      </p:sp>
      <p:sp>
        <p:nvSpPr>
          <p:cNvPr id="59" name="Shape 48"/>
          <p:cNvSpPr/>
          <p:nvPr/>
        </p:nvSpPr>
        <p:spPr>
          <a:xfrm>
            <a:off x="190500" y="6252435"/>
            <a:ext cx="1609659" cy="1992478"/>
          </a:xfrm>
          <a:prstGeom prst="roundRect">
            <a:avLst>
              <a:gd name="adj" fmla="val 11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sp>
        <p:nvSpPr>
          <p:cNvPr id="60" name="Shape 49"/>
          <p:cNvSpPr/>
          <p:nvPr/>
        </p:nvSpPr>
        <p:spPr>
          <a:xfrm>
            <a:off x="190500" y="6252435"/>
            <a:ext cx="1609659" cy="12190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654" y="6630293"/>
            <a:ext cx="463186" cy="463186"/>
          </a:xfrm>
          <a:prstGeom prst="rect">
            <a:avLst/>
          </a:prstGeom>
        </p:spPr>
      </p:pic>
      <p:sp>
        <p:nvSpPr>
          <p:cNvPr id="62" name="Shape 50"/>
          <p:cNvSpPr/>
          <p:nvPr/>
        </p:nvSpPr>
        <p:spPr>
          <a:xfrm>
            <a:off x="1262228" y="7309776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63" name="Text 51"/>
          <p:cNvSpPr/>
          <p:nvPr/>
        </p:nvSpPr>
        <p:spPr>
          <a:xfrm>
            <a:off x="1319378" y="7319301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64" name="Text 52"/>
          <p:cNvSpPr/>
          <p:nvPr/>
        </p:nvSpPr>
        <p:spPr>
          <a:xfrm>
            <a:off x="352293" y="6360385"/>
            <a:ext cx="383646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พบเจอ</a:t>
            </a:r>
            <a:endParaRPr lang="en-US" sz="825" dirty="0"/>
          </a:p>
        </p:txBody>
      </p:sp>
      <p:sp>
        <p:nvSpPr>
          <p:cNvPr id="65" name="Text 53"/>
          <p:cNvSpPr/>
          <p:nvPr/>
        </p:nvSpPr>
        <p:spPr>
          <a:xfrm>
            <a:off x="295176" y="7557162"/>
            <a:ext cx="147650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โมจิ</a:t>
            </a:r>
            <a:endParaRPr lang="en-US" sz="1050" dirty="0"/>
          </a:p>
        </p:txBody>
      </p:sp>
      <p:sp>
        <p:nvSpPr>
          <p:cNvPr id="66" name="Text 54"/>
          <p:cNvSpPr/>
          <p:nvPr/>
        </p:nvSpPr>
        <p:spPr>
          <a:xfrm>
            <a:off x="295176" y="7767671"/>
            <a:ext cx="1476507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ชิบะ อินุ</a:t>
            </a:r>
            <a:endParaRPr lang="en-US" sz="750" dirty="0"/>
          </a:p>
        </p:txBody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5176" y="8008938"/>
            <a:ext cx="95250" cy="9525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409443" y="8003646"/>
            <a:ext cx="538229" cy="14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วังทองหลาง</a:t>
            </a:r>
            <a:endParaRPr lang="en-US" sz="750" dirty="0"/>
          </a:p>
        </p:txBody>
      </p:sp>
      <p:sp>
        <p:nvSpPr>
          <p:cNvPr id="69" name="Text 56"/>
          <p:cNvSpPr/>
          <p:nvPr/>
        </p:nvSpPr>
        <p:spPr>
          <a:xfrm>
            <a:off x="1394354" y="7982479"/>
            <a:ext cx="37732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กม.</a:t>
            </a:r>
            <a:endParaRPr lang="en-US" sz="750" dirty="0"/>
          </a:p>
        </p:txBody>
      </p:sp>
      <p:sp>
        <p:nvSpPr>
          <p:cNvPr id="70" name="Shape 57"/>
          <p:cNvSpPr/>
          <p:nvPr/>
        </p:nvSpPr>
        <p:spPr>
          <a:xfrm>
            <a:off x="1914426" y="6252435"/>
            <a:ext cx="1609824" cy="1992478"/>
          </a:xfrm>
          <a:prstGeom prst="roundRect">
            <a:avLst>
              <a:gd name="adj" fmla="val 118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sp>
        <p:nvSpPr>
          <p:cNvPr id="71" name="Shape 58"/>
          <p:cNvSpPr/>
          <p:nvPr/>
        </p:nvSpPr>
        <p:spPr>
          <a:xfrm>
            <a:off x="1914426" y="6252435"/>
            <a:ext cx="1609824" cy="12190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7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87745" y="6630293"/>
            <a:ext cx="463186" cy="463186"/>
          </a:xfrm>
          <a:prstGeom prst="rect">
            <a:avLst/>
          </a:prstGeom>
        </p:spPr>
      </p:pic>
      <p:sp>
        <p:nvSpPr>
          <p:cNvPr id="73" name="Shape 59"/>
          <p:cNvSpPr/>
          <p:nvPr/>
        </p:nvSpPr>
        <p:spPr>
          <a:xfrm>
            <a:off x="2986319" y="7309776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74" name="Text 60"/>
          <p:cNvSpPr/>
          <p:nvPr/>
        </p:nvSpPr>
        <p:spPr>
          <a:xfrm>
            <a:off x="3043469" y="7319301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75" name="Text 61"/>
          <p:cNvSpPr/>
          <p:nvPr/>
        </p:nvSpPr>
        <p:spPr>
          <a:xfrm>
            <a:off x="2076218" y="6360385"/>
            <a:ext cx="383646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พบเจอ</a:t>
            </a:r>
            <a:endParaRPr lang="en-US" sz="825" dirty="0"/>
          </a:p>
        </p:txBody>
      </p:sp>
      <p:sp>
        <p:nvSpPr>
          <p:cNvPr id="76" name="Text 62"/>
          <p:cNvSpPr/>
          <p:nvPr/>
        </p:nvSpPr>
        <p:spPr>
          <a:xfrm>
            <a:off x="2019101" y="7557162"/>
            <a:ext cx="1476673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พิ้งค์</a:t>
            </a:r>
            <a:endParaRPr lang="en-US" sz="1050" dirty="0"/>
          </a:p>
        </p:txBody>
      </p:sp>
      <p:sp>
        <p:nvSpPr>
          <p:cNvPr id="77" name="Text 63"/>
          <p:cNvSpPr/>
          <p:nvPr/>
        </p:nvSpPr>
        <p:spPr>
          <a:xfrm>
            <a:off x="2019101" y="7767671"/>
            <a:ext cx="147667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ไทย / Domestic</a:t>
            </a:r>
            <a:endParaRPr lang="en-US" sz="750" dirty="0"/>
          </a:p>
        </p:txBody>
      </p:sp>
      <p:pic>
        <p:nvPicPr>
          <p:cNvPr id="7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19101" y="8008938"/>
            <a:ext cx="95250" cy="95250"/>
          </a:xfrm>
          <a:prstGeom prst="rect">
            <a:avLst/>
          </a:prstGeom>
        </p:spPr>
      </p:pic>
      <p:sp>
        <p:nvSpPr>
          <p:cNvPr id="79" name="Text 64"/>
          <p:cNvSpPr/>
          <p:nvPr/>
        </p:nvSpPr>
        <p:spPr>
          <a:xfrm>
            <a:off x="2133368" y="8003646"/>
            <a:ext cx="440499" cy="14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ดอนเมือง</a:t>
            </a:r>
            <a:endParaRPr lang="en-US" sz="750" dirty="0"/>
          </a:p>
        </p:txBody>
      </p:sp>
      <p:sp>
        <p:nvSpPr>
          <p:cNvPr id="80" name="Text 65"/>
          <p:cNvSpPr/>
          <p:nvPr/>
        </p:nvSpPr>
        <p:spPr>
          <a:xfrm>
            <a:off x="3118445" y="7982479"/>
            <a:ext cx="37732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กม.</a:t>
            </a:r>
            <a:endParaRPr lang="en-US" sz="750" dirty="0"/>
          </a:p>
        </p:txBody>
      </p:sp>
      <p:sp>
        <p:nvSpPr>
          <p:cNvPr id="81" name="Shape 66"/>
          <p:cNvSpPr/>
          <p:nvPr/>
        </p:nvSpPr>
        <p:spPr>
          <a:xfrm>
            <a:off x="0" y="7258017"/>
            <a:ext cx="3714750" cy="78101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0371" y="7382868"/>
            <a:ext cx="209517" cy="209517"/>
          </a:xfrm>
          <a:prstGeom prst="rect">
            <a:avLst/>
          </a:prstGeom>
        </p:spPr>
      </p:pic>
      <p:sp>
        <p:nvSpPr>
          <p:cNvPr id="83" name="Text 67"/>
          <p:cNvSpPr/>
          <p:nvPr/>
        </p:nvSpPr>
        <p:spPr>
          <a:xfrm>
            <a:off x="220266" y="7620827"/>
            <a:ext cx="38609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หน้าแรก</a:t>
            </a:r>
            <a:endParaRPr lang="en-US" sz="750" dirty="0"/>
          </a:p>
        </p:txBody>
      </p:sp>
      <p:pic>
        <p:nvPicPr>
          <p:cNvPr id="8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0961" y="7382868"/>
            <a:ext cx="209517" cy="209517"/>
          </a:xfrm>
          <a:prstGeom prst="rect">
            <a:avLst/>
          </a:prstGeom>
        </p:spPr>
      </p:pic>
      <p:sp>
        <p:nvSpPr>
          <p:cNvPr id="85" name="Text 68"/>
          <p:cNvSpPr/>
          <p:nvPr/>
        </p:nvSpPr>
        <p:spPr>
          <a:xfrm>
            <a:off x="1013685" y="7620827"/>
            <a:ext cx="300104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</a:t>
            </a:r>
            <a:endParaRPr lang="en-US" sz="750" dirty="0"/>
          </a:p>
        </p:txBody>
      </p:sp>
      <p:sp>
        <p:nvSpPr>
          <p:cNvPr id="86" name="Shape 69"/>
          <p:cNvSpPr/>
          <p:nvPr/>
        </p:nvSpPr>
        <p:spPr>
          <a:xfrm>
            <a:off x="1600068" y="7192533"/>
            <a:ext cx="514284" cy="514284"/>
          </a:xfrm>
          <a:prstGeom prst="ellipse">
            <a:avLst/>
          </a:prstGeom>
          <a:ln/>
          <a:effectLst>
            <a:outerShdw sx="100000" sy="100000" kx="0" ky="0" algn="bl" rotWithShape="0" blurRad="171450" dist="38100" dir="5400000">
              <a:srgbClr val="000000">
                <a:alpha val="30000"/>
              </a:srgbClr>
            </a:outerShdw>
          </a:effectLst>
        </p:spPr>
      </p:sp>
      <p:pic>
        <p:nvPicPr>
          <p:cNvPr id="8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33351" y="7325817"/>
            <a:ext cx="247551" cy="247551"/>
          </a:xfrm>
          <a:prstGeom prst="rect">
            <a:avLst/>
          </a:prstGeom>
        </p:spPr>
      </p:pic>
      <p:pic>
        <p:nvPicPr>
          <p:cNvPr id="8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84107" y="7382868"/>
            <a:ext cx="209517" cy="209517"/>
          </a:xfrm>
          <a:prstGeom prst="rect">
            <a:avLst/>
          </a:prstGeom>
        </p:spPr>
      </p:pic>
      <p:sp>
        <p:nvSpPr>
          <p:cNvPr id="89" name="Text 70"/>
          <p:cNvSpPr/>
          <p:nvPr/>
        </p:nvSpPr>
        <p:spPr>
          <a:xfrm>
            <a:off x="2393322" y="7620827"/>
            <a:ext cx="467122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รับอุปการะ</a:t>
            </a:r>
            <a:endParaRPr lang="en-US" sz="750" dirty="0"/>
          </a:p>
        </p:txBody>
      </p:sp>
      <p:pic>
        <p:nvPicPr>
          <p:cNvPr id="9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34697" y="7382868"/>
            <a:ext cx="209517" cy="209517"/>
          </a:xfrm>
          <a:prstGeom prst="rect">
            <a:avLst/>
          </a:prstGeom>
        </p:spPr>
      </p:pic>
      <p:sp>
        <p:nvSpPr>
          <p:cNvPr id="91" name="Text 71"/>
          <p:cNvSpPr/>
          <p:nvPr/>
        </p:nvSpPr>
        <p:spPr>
          <a:xfrm>
            <a:off x="3199970" y="7620827"/>
            <a:ext cx="35517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โปรไฟล์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14750" cy="8039034"/>
          </a:xfrm>
          <a:prstGeom prst="roundRect">
            <a:avLst>
              <a:gd name="adj" fmla="val 11282"/>
            </a:avLst>
          </a:prstGeom>
          <a:ln/>
          <a:effectLst>
            <a:outerShdw sx="100000" sy="100000" kx="0" ky="0" algn="bl" rotWithShape="0" blurRad="101600" dist="50800" dir="16200000">
              <a:srgbClr val="000000">
                <a:alpha val="3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90500" y="419034"/>
            <a:ext cx="973138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หาบ้านให้น้อง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3301670" y="477242"/>
            <a:ext cx="29878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90500" y="690893"/>
            <a:ext cx="343376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ปัดขวา = ถูกใจ · ปัดซ้าย = ข้าม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28638" y="1628542"/>
            <a:ext cx="2657475" cy="3454718"/>
          </a:xfrm>
          <a:prstGeom prst="roundRect">
            <a:avLst>
              <a:gd name="adj" fmla="val 8602"/>
            </a:avLst>
          </a:prstGeom>
          <a:ln/>
          <a:effectLst>
            <a:outerShdw sx="100000" sy="100000" kx="0" ky="0" algn="bl" rotWithShape="0" blurRad="17145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8638" y="4374600"/>
            <a:ext cx="2657475" cy="7086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352392" y="972344"/>
            <a:ext cx="3009801" cy="4519083"/>
          </a:xfrm>
          <a:prstGeom prst="roundRect">
            <a:avLst>
              <a:gd name="adj" fmla="val 7595"/>
            </a:avLst>
          </a:prstGeom>
          <a:ln/>
          <a:effectLst>
            <a:outerShdw sx="100000" sy="100000" kx="0" ky="0" algn="bl" rotWithShape="0" blurRad="419100" dist="9525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392" y="972344"/>
            <a:ext cx="3009801" cy="3048000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585" y="1970319"/>
            <a:ext cx="857250" cy="8572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90485" y="2916370"/>
            <a:ext cx="933450" cy="143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52384" y="1118493"/>
            <a:ext cx="375874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หาบ้าน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352392" y="4020344"/>
            <a:ext cx="3009801" cy="14710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04693" y="4153628"/>
            <a:ext cx="27863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หมีน้อย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04693" y="4448804"/>
            <a:ext cx="2786355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ผสม / Mixed · 8 เดือน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04693" y="4675188"/>
            <a:ext cx="2786355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แอคทีฟมาก ชอบวิ่งเล่น เข้ากับคนได้ดีมาก ฉีดวัคซีนครบ สุขภาพแข็งแรง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90418" y="5143632"/>
            <a:ext cx="581257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ฉีดวัคซีนแล้ว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314549" y="5143632"/>
            <a:ext cx="517591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ทำหมันแล้ว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975015" y="5143632"/>
            <a:ext cx="556286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เข้ากับเด็กได้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819382" y="5517886"/>
            <a:ext cx="552318" cy="552318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33350" dist="38100" dir="5400000">
              <a:srgbClr val="000000">
                <a:alpha val="30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274" y="5679778"/>
            <a:ext cx="228534" cy="228534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1581216" y="5565511"/>
            <a:ext cx="457068" cy="4570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0" y="5698794"/>
            <a:ext cx="190500" cy="19050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247801" y="5470261"/>
            <a:ext cx="647568" cy="647568"/>
          </a:xfrm>
          <a:prstGeom prst="ellipse">
            <a:avLst/>
          </a:prstGeom>
          <a:ln/>
          <a:effectLst>
            <a:outerShdw sx="100000" sy="100000" kx="0" ky="0" algn="bl" rotWithShape="0" blurRad="209550" dist="57150" dir="5400000">
              <a:srgbClr val="000000">
                <a:alpha val="3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301" y="5660761"/>
            <a:ext cx="266568" cy="26656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0" y="7258017"/>
            <a:ext cx="3714750" cy="78101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371" y="7382868"/>
            <a:ext cx="209517" cy="20951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20266" y="7620827"/>
            <a:ext cx="38609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หน้าแรก</a:t>
            </a:r>
            <a:endParaRPr lang="en-US" sz="7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961" y="7382868"/>
            <a:ext cx="209517" cy="20951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19969" y="7620827"/>
            <a:ext cx="287701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</a:t>
            </a:r>
            <a:endParaRPr lang="en-US" sz="750" dirty="0"/>
          </a:p>
        </p:txBody>
      </p:sp>
      <p:sp>
        <p:nvSpPr>
          <p:cNvPr id="31" name="Shape 23"/>
          <p:cNvSpPr/>
          <p:nvPr/>
        </p:nvSpPr>
        <p:spPr>
          <a:xfrm>
            <a:off x="1600068" y="7192533"/>
            <a:ext cx="514284" cy="514284"/>
          </a:xfrm>
          <a:prstGeom prst="ellipse">
            <a:avLst/>
          </a:prstGeom>
          <a:ln/>
          <a:effectLst>
            <a:outerShdw sx="100000" sy="100000" kx="0" ky="0" algn="bl" rotWithShape="0" blurRad="171450" dist="38100" dir="5400000">
              <a:srgbClr val="000000">
                <a:alpha val="30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3351" y="7325817"/>
            <a:ext cx="247551" cy="247551"/>
          </a:xfrm>
          <a:prstGeom prst="rect">
            <a:avLst/>
          </a:prstGeom>
        </p:spPr>
      </p:pic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4107" y="7382868"/>
            <a:ext cx="209517" cy="209517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2383234" y="7620827"/>
            <a:ext cx="487296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รับอุปการะ</a:t>
            </a:r>
            <a:endParaRPr lang="en-US" sz="7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34697" y="7382868"/>
            <a:ext cx="209517" cy="209517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3199970" y="7620827"/>
            <a:ext cx="35517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โปรไฟล์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14750" cy="8039034"/>
          </a:xfrm>
          <a:prstGeom prst="roundRect">
            <a:avLst>
              <a:gd name="adj" fmla="val 11282"/>
            </a:avLst>
          </a:prstGeom>
          <a:ln/>
          <a:effectLst>
            <a:outerShdw sx="100000" sy="100000" kx="0" ky="0" algn="bl" rotWithShape="0" blurRad="101600" dist="50800" dir="162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90500" y="461863"/>
            <a:ext cx="590517" cy="590517"/>
          </a:xfrm>
          <a:prstGeom prst="roundRect">
            <a:avLst>
              <a:gd name="adj" fmla="val 29034"/>
            </a:avLst>
          </a:prstGeom>
          <a:solidFill>
            <a:srgbClr val="FFFFFF">
              <a:alpha val="2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801" y="614164"/>
            <a:ext cx="285750" cy="285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301" y="419034"/>
            <a:ext cx="153703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คุณวุฒิรา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14301" y="692051"/>
            <a:ext cx="1537031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กรุงเทพฯ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14301" y="909009"/>
            <a:ext cx="550003" cy="186201"/>
          </a:xfrm>
          <a:prstGeom prst="roundRect">
            <a:avLst>
              <a:gd name="adj" fmla="val 40924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009551" y="928059"/>
            <a:ext cx="435703" cy="186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7</a:t>
            </a:r>
            <a:endParaRPr lang="en-US" sz="825" dirty="0"/>
          </a:p>
        </p:txBody>
      </p:sp>
      <p:sp>
        <p:nvSpPr>
          <p:cNvPr id="9" name="Shape 6"/>
          <p:cNvSpPr/>
          <p:nvPr/>
        </p:nvSpPr>
        <p:spPr>
          <a:xfrm>
            <a:off x="1521355" y="909009"/>
            <a:ext cx="853777" cy="186201"/>
          </a:xfrm>
          <a:prstGeom prst="roundRect">
            <a:avLst>
              <a:gd name="adj" fmla="val 40924"/>
            </a:avLst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616605" y="928059"/>
            <a:ext cx="739477" cy="186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PawScout Pro</a:t>
            </a:r>
            <a:endParaRPr lang="en-US" sz="825" dirty="0"/>
          </a:p>
        </p:txBody>
      </p:sp>
      <p:sp>
        <p:nvSpPr>
          <p:cNvPr id="11" name="Shape 8"/>
          <p:cNvSpPr/>
          <p:nvPr/>
        </p:nvSpPr>
        <p:spPr>
          <a:xfrm>
            <a:off x="190500" y="1266527"/>
            <a:ext cx="3333750" cy="745794"/>
          </a:xfrm>
          <a:prstGeom prst="roundRect">
            <a:avLst>
              <a:gd name="adj" fmla="val 17880"/>
            </a:avLst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23784" y="1380794"/>
            <a:ext cx="735509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XP Progress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723886" y="1380794"/>
            <a:ext cx="743281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3,240 / 4,000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3784" y="1616770"/>
            <a:ext cx="3067183" cy="76068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23784" y="1616770"/>
            <a:ext cx="2484272" cy="76068"/>
          </a:xfrm>
          <a:prstGeom prst="roundRect">
            <a:avLst>
              <a:gd name="adj" fmla="val 50000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323784" y="1749888"/>
            <a:ext cx="3159198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อีก 760 XP ถึง Level 8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190500" y="2336106"/>
            <a:ext cx="3333750" cy="751251"/>
          </a:xfrm>
          <a:prstGeom prst="roundRect">
            <a:avLst>
              <a:gd name="adj" fmla="val 228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1905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04701" y="2469390"/>
            <a:ext cx="108591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304701" y="2805906"/>
            <a:ext cx="1085916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รายงาน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314417" y="2469390"/>
            <a:ext cx="108591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1314417" y="2805906"/>
            <a:ext cx="1085916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จับคู่สำเร็จ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2324133" y="2469390"/>
            <a:ext cx="1085916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2324133" y="2805906"/>
            <a:ext cx="1085916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ส่งต่อ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90500" y="3220641"/>
            <a:ext cx="3433763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เหรียญรางวัล</a:t>
            </a:r>
            <a:endParaRPr lang="en-US" sz="975" dirty="0"/>
          </a:p>
        </p:txBody>
      </p:sp>
      <p:sp>
        <p:nvSpPr>
          <p:cNvPr id="25" name="Shape 22"/>
          <p:cNvSpPr/>
          <p:nvPr/>
        </p:nvSpPr>
        <p:spPr>
          <a:xfrm>
            <a:off x="190500" y="3495807"/>
            <a:ext cx="1628841" cy="533135"/>
          </a:xfrm>
          <a:prstGeom prst="roundRect">
            <a:avLst>
              <a:gd name="adj" fmla="val 250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30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26" y="3676716"/>
            <a:ext cx="171318" cy="17131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33226" y="3677709"/>
            <a:ext cx="837043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PawScout Pro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1895409" y="3495807"/>
            <a:ext cx="1628841" cy="533135"/>
          </a:xfrm>
          <a:prstGeom prst="roundRect">
            <a:avLst>
              <a:gd name="adj" fmla="val 250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30000"/>
              </a:srgbClr>
            </a:outerShdw>
          </a:effectLst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335" y="3676716"/>
            <a:ext cx="171318" cy="17131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2438136" y="3677709"/>
            <a:ext cx="692348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Finder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190500" y="4105011"/>
            <a:ext cx="1628841" cy="533135"/>
          </a:xfrm>
          <a:prstGeom prst="roundRect">
            <a:avLst>
              <a:gd name="adj" fmla="val 250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30000"/>
              </a:srgbClr>
            </a:outerShdw>
          </a:effectLst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426" y="4285919"/>
            <a:ext cx="171318" cy="17131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33226" y="4286912"/>
            <a:ext cx="679119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Hero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1895409" y="4105011"/>
            <a:ext cx="1628841" cy="533135"/>
          </a:xfrm>
          <a:prstGeom prst="roundRect">
            <a:avLst>
              <a:gd name="adj" fmla="val 250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30000"/>
              </a:srgbClr>
            </a:outerShdw>
          </a:effectLst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335" y="4285919"/>
            <a:ext cx="171318" cy="17131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2438136" y="4286912"/>
            <a:ext cx="535252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90500" y="4771430"/>
            <a:ext cx="3433763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กิจกรรมล่าสุด</a:t>
            </a:r>
            <a:endParaRPr lang="en-US" sz="975" dirty="0"/>
          </a:p>
        </p:txBody>
      </p:sp>
      <p:sp>
        <p:nvSpPr>
          <p:cNvPr id="38" name="Shape 31"/>
          <p:cNvSpPr/>
          <p:nvPr/>
        </p:nvSpPr>
        <p:spPr>
          <a:xfrm>
            <a:off x="190500" y="5046596"/>
            <a:ext cx="3333750" cy="495102"/>
          </a:xfrm>
          <a:prstGeom prst="roundRect">
            <a:avLst>
              <a:gd name="adj" fmla="val 230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9525" dir="5400000">
              <a:srgbClr val="000000">
                <a:alpha val="30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426" y="5227505"/>
            <a:ext cx="133284" cy="13328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85601" y="5209481"/>
            <a:ext cx="949821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รายงานพบน้องโมจิ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2944812" y="5220064"/>
            <a:ext cx="531945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ชม. ที่แล้ว</a:t>
            </a:r>
            <a:endParaRPr lang="en-US" sz="750" dirty="0"/>
          </a:p>
        </p:txBody>
      </p:sp>
      <p:sp>
        <p:nvSpPr>
          <p:cNvPr id="42" name="Shape 34"/>
          <p:cNvSpPr/>
          <p:nvPr/>
        </p:nvSpPr>
        <p:spPr>
          <a:xfrm>
            <a:off x="190500" y="5608340"/>
            <a:ext cx="3333750" cy="495102"/>
          </a:xfrm>
          <a:prstGeom prst="roundRect">
            <a:avLst>
              <a:gd name="adj" fmla="val 230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9525" dir="5400000">
              <a:srgbClr val="000000">
                <a:alpha val="30000"/>
              </a:srgbClr>
            </a:outerShdw>
          </a:effectLst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426" y="5789249"/>
            <a:ext cx="133284" cy="13328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85601" y="5771224"/>
            <a:ext cx="758329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ส่งต่อน้องพิ้งค์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3115304" y="5781807"/>
            <a:ext cx="361454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เมื่อวาน</a:t>
            </a:r>
            <a:endParaRPr lang="en-US" sz="750" dirty="0"/>
          </a:p>
        </p:txBody>
      </p:sp>
      <p:sp>
        <p:nvSpPr>
          <p:cNvPr id="46" name="Shape 37"/>
          <p:cNvSpPr/>
          <p:nvPr/>
        </p:nvSpPr>
        <p:spPr>
          <a:xfrm>
            <a:off x="190500" y="6170084"/>
            <a:ext cx="3333750" cy="495102"/>
          </a:xfrm>
          <a:prstGeom prst="roundRect">
            <a:avLst>
              <a:gd name="adj" fmla="val 230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7150" dist="9525" dir="5400000">
              <a:srgbClr val="000000">
                <a:alpha val="30000"/>
              </a:srgbClr>
            </a:outerShdw>
          </a:effectLst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426" y="6350992"/>
            <a:ext cx="133284" cy="133284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85601" y="6332968"/>
            <a:ext cx="998769" cy="2074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ยืนยันการจับคู่สำเร็จ</a:t>
            </a:r>
            <a:endParaRPr lang="en-US" sz="900" dirty="0"/>
          </a:p>
        </p:txBody>
      </p:sp>
      <p:sp>
        <p:nvSpPr>
          <p:cNvPr id="49" name="Text 39"/>
          <p:cNvSpPr/>
          <p:nvPr/>
        </p:nvSpPr>
        <p:spPr>
          <a:xfrm>
            <a:off x="3003352" y="6343551"/>
            <a:ext cx="473406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วันที่แล้ว</a:t>
            </a:r>
            <a:endParaRPr lang="en-US" sz="750" dirty="0"/>
          </a:p>
        </p:txBody>
      </p:sp>
      <p:sp>
        <p:nvSpPr>
          <p:cNvPr id="50" name="Shape 40"/>
          <p:cNvSpPr/>
          <p:nvPr/>
        </p:nvSpPr>
        <p:spPr>
          <a:xfrm>
            <a:off x="0" y="7258017"/>
            <a:ext cx="3714750" cy="78101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371" y="7382868"/>
            <a:ext cx="209517" cy="209517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220266" y="7620827"/>
            <a:ext cx="38609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หน้าแรก</a:t>
            </a:r>
            <a:endParaRPr lang="en-US" sz="750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961" y="7382868"/>
            <a:ext cx="209517" cy="209517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1019969" y="7620827"/>
            <a:ext cx="287701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</a:t>
            </a:r>
            <a:endParaRPr lang="en-US" sz="750" dirty="0"/>
          </a:p>
        </p:txBody>
      </p:sp>
      <p:sp>
        <p:nvSpPr>
          <p:cNvPr id="55" name="Shape 43"/>
          <p:cNvSpPr/>
          <p:nvPr/>
        </p:nvSpPr>
        <p:spPr>
          <a:xfrm>
            <a:off x="1600068" y="7192533"/>
            <a:ext cx="514284" cy="514284"/>
          </a:xfrm>
          <a:prstGeom prst="ellipse">
            <a:avLst/>
          </a:prstGeom>
          <a:ln/>
          <a:effectLst>
            <a:outerShdw sx="100000" sy="100000" kx="0" ky="0" algn="bl" rotWithShape="0" blurRad="171450" dist="38100" dir="5400000">
              <a:srgbClr val="000000">
                <a:alpha val="30000"/>
              </a:srgbClr>
            </a:outerShdw>
          </a:effectLst>
        </p:spPr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33351" y="7325817"/>
            <a:ext cx="247551" cy="247551"/>
          </a:xfrm>
          <a:prstGeom prst="rect">
            <a:avLst/>
          </a:prstGeom>
        </p:spPr>
      </p:pic>
      <p:pic>
        <p:nvPicPr>
          <p:cNvPr id="5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84107" y="7382868"/>
            <a:ext cx="209517" cy="209517"/>
          </a:xfrm>
          <a:prstGeom prst="rect">
            <a:avLst/>
          </a:prstGeom>
        </p:spPr>
      </p:pic>
      <p:sp>
        <p:nvSpPr>
          <p:cNvPr id="58" name="Text 44"/>
          <p:cNvSpPr/>
          <p:nvPr/>
        </p:nvSpPr>
        <p:spPr>
          <a:xfrm>
            <a:off x="2393322" y="7620827"/>
            <a:ext cx="467122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รับอุปการะ</a:t>
            </a:r>
            <a:endParaRPr lang="en-US" sz="750" dirty="0"/>
          </a:p>
        </p:txBody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34697" y="7382868"/>
            <a:ext cx="209517" cy="209517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3189552" y="7620827"/>
            <a:ext cx="375841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โปรไฟล์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14750" cy="8039034"/>
          </a:xfrm>
          <a:prstGeom prst="roundRect">
            <a:avLst>
              <a:gd name="adj" fmla="val 11282"/>
            </a:avLst>
          </a:prstGeom>
          <a:ln/>
          <a:effectLst>
            <a:outerShdw sx="100000" sy="100000" kx="0" ky="0" algn="bl" rotWithShape="0" blurRad="101600" dist="50800" dir="162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3714750" cy="130555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937" y="490471"/>
            <a:ext cx="180909" cy="180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34" y="459217"/>
            <a:ext cx="992816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แจ้งสัตว์เลี้ยง</a:t>
            </a:r>
            <a:endParaRPr lang="en-US" sz="1275" dirty="0"/>
          </a:p>
        </p:txBody>
      </p:sp>
      <p:sp>
        <p:nvSpPr>
          <p:cNvPr id="6" name="Text 3"/>
          <p:cNvSpPr/>
          <p:nvPr/>
        </p:nvSpPr>
        <p:spPr>
          <a:xfrm>
            <a:off x="152400" y="895119"/>
            <a:ext cx="323751" cy="285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485676" y="944728"/>
            <a:ext cx="385266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รูปภาพ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1530218" y="895119"/>
            <a:ext cx="323751" cy="285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1863494" y="944728"/>
            <a:ext cx="317632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2840567" y="895119"/>
            <a:ext cx="323751" cy="285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3173843" y="944728"/>
            <a:ext cx="426608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ตำแหน่ง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286808" y="1630462"/>
            <a:ext cx="1436225" cy="238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แจ้งสัตว์หาย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1895409" y="1496053"/>
            <a:ext cx="1628841" cy="469635"/>
          </a:xfrm>
          <a:prstGeom prst="roundRect">
            <a:avLst>
              <a:gd name="adj" fmla="val 28394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991717" y="1630462"/>
            <a:ext cx="1436225" cy="2389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พบสัตว์เลี้ยง</a:t>
            </a:r>
            <a:endParaRPr lang="en-US" sz="10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37" y="2271283"/>
            <a:ext cx="266568" cy="2665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86676" y="2647818"/>
            <a:ext cx="1436489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สุนัข</a:t>
            </a:r>
            <a:endParaRPr lang="en-US" sz="975" dirty="0"/>
          </a:p>
        </p:txBody>
      </p:sp>
      <p:sp>
        <p:nvSpPr>
          <p:cNvPr id="17" name="Shape 13"/>
          <p:cNvSpPr/>
          <p:nvPr/>
        </p:nvSpPr>
        <p:spPr>
          <a:xfrm>
            <a:off x="1895409" y="2137007"/>
            <a:ext cx="1628841" cy="825004"/>
          </a:xfrm>
          <a:prstGeom prst="roundRect">
            <a:avLst>
              <a:gd name="adj" fmla="val 16164"/>
            </a:avLst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546" y="2271283"/>
            <a:ext cx="266568" cy="2665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91585" y="2647818"/>
            <a:ext cx="1436489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แมว</a:t>
            </a:r>
            <a:endParaRPr lang="en-US" sz="975" dirty="0"/>
          </a:p>
        </p:txBody>
      </p:sp>
      <p:sp>
        <p:nvSpPr>
          <p:cNvPr id="20" name="Text 15"/>
          <p:cNvSpPr/>
          <p:nvPr/>
        </p:nvSpPr>
        <p:spPr>
          <a:xfrm>
            <a:off x="190500" y="3133328"/>
            <a:ext cx="3433763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รูปน้อง (3–5 รูป)</a:t>
            </a:r>
            <a:endParaRPr lang="en-US" sz="975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83" y="3736082"/>
            <a:ext cx="209517" cy="2095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430" y="3993224"/>
            <a:ext cx="356658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รูปหลัก</a:t>
            </a:r>
            <a:endParaRPr lang="en-US" sz="750" dirty="0"/>
          </a:p>
        </p:txBody>
      </p:sp>
      <p:sp>
        <p:nvSpPr>
          <p:cNvPr id="23" name="Shape 17"/>
          <p:cNvSpPr/>
          <p:nvPr/>
        </p:nvSpPr>
        <p:spPr>
          <a:xfrm>
            <a:off x="0" y="4657659"/>
            <a:ext cx="3714750" cy="8590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8"/>
          <p:cNvSpPr/>
          <p:nvPr/>
        </p:nvSpPr>
        <p:spPr>
          <a:xfrm>
            <a:off x="1438507" y="4915793"/>
            <a:ext cx="694994" cy="239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ถัดไป (1/3)</a:t>
            </a:r>
            <a:endParaRPr lang="en-US" sz="10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351" y="4935306"/>
            <a:ext cx="161892" cy="16189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0" y="7258017"/>
            <a:ext cx="3714750" cy="78101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371" y="7382868"/>
            <a:ext cx="209517" cy="20951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220266" y="7620827"/>
            <a:ext cx="38609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หน้าแรก</a:t>
            </a:r>
            <a:endParaRPr lang="en-US" sz="7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961" y="7382868"/>
            <a:ext cx="209517" cy="209517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19969" y="7620827"/>
            <a:ext cx="287701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</a:t>
            </a:r>
            <a:endParaRPr lang="en-US" sz="750" dirty="0"/>
          </a:p>
        </p:txBody>
      </p:sp>
      <p:sp>
        <p:nvSpPr>
          <p:cNvPr id="31" name="Shape 22"/>
          <p:cNvSpPr/>
          <p:nvPr/>
        </p:nvSpPr>
        <p:spPr>
          <a:xfrm>
            <a:off x="1600068" y="7192533"/>
            <a:ext cx="514284" cy="514284"/>
          </a:xfrm>
          <a:prstGeom prst="ellipse">
            <a:avLst/>
          </a:prstGeom>
          <a:ln/>
          <a:effectLst>
            <a:outerShdw sx="100000" sy="100000" kx="0" ky="0" algn="bl" rotWithShape="0" blurRad="171450" dist="38100" dir="5400000">
              <a:srgbClr val="000000">
                <a:alpha val="30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3351" y="7325817"/>
            <a:ext cx="247551" cy="247551"/>
          </a:xfrm>
          <a:prstGeom prst="rect">
            <a:avLst/>
          </a:prstGeom>
        </p:spPr>
      </p:pic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4107" y="7382868"/>
            <a:ext cx="209517" cy="209517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2393322" y="7620827"/>
            <a:ext cx="467122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รับอุปการะ</a:t>
            </a:r>
            <a:endParaRPr lang="en-US" sz="750" dirty="0"/>
          </a:p>
        </p:txBody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4697" y="7382868"/>
            <a:ext cx="209517" cy="209517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3199970" y="7620827"/>
            <a:ext cx="35517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โปรไฟล์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14750" cy="8039034"/>
          </a:xfrm>
          <a:prstGeom prst="roundRect">
            <a:avLst>
              <a:gd name="adj" fmla="val 11282"/>
            </a:avLst>
          </a:prstGeom>
          <a:ln/>
          <a:effectLst>
            <a:outerShdw sx="100000" sy="100000" kx="0" ky="0" algn="bl" rotWithShape="0" blurRad="101600" dist="50800" dir="16200000">
              <a:srgbClr val="000000">
                <a:alpha val="3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3714750" cy="16432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90500" y="419034"/>
            <a:ext cx="3433763" cy="281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ค้นหาสัตว์เลี้ยง</a:t>
            </a:r>
            <a:endParaRPr lang="en-US" sz="127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784" y="852951"/>
            <a:ext cx="142875" cy="1428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6225" y="1243476"/>
            <a:ext cx="448337" cy="217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ทั้งหมด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962653" y="1243476"/>
            <a:ext cx="275861" cy="217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1476607" y="1243476"/>
            <a:ext cx="413279" cy="217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พบเจอ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2127978" y="1243476"/>
            <a:ext cx="294382" cy="217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สุนัข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2660452" y="1243476"/>
            <a:ext cx="287933" cy="217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แมว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3186477" y="1243476"/>
            <a:ext cx="547721" cy="2178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กรุงเทพฯ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190500" y="1776512"/>
            <a:ext cx="343376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พบ 6 รายการ · เรียงตามระยะทาง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190500" y="2038945"/>
            <a:ext cx="1609659" cy="1992478"/>
          </a:xfrm>
          <a:prstGeom prst="roundRect">
            <a:avLst>
              <a:gd name="adj" fmla="val 11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90500" y="2038945"/>
            <a:ext cx="1609659" cy="12190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54" y="2416803"/>
            <a:ext cx="463186" cy="46318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262228" y="3096287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1319378" y="3105812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18" name="Text 14"/>
          <p:cNvSpPr/>
          <p:nvPr/>
        </p:nvSpPr>
        <p:spPr>
          <a:xfrm>
            <a:off x="352293" y="2146895"/>
            <a:ext cx="257638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1352914" y="2146895"/>
            <a:ext cx="361652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รางวัล</a:t>
            </a:r>
            <a:endParaRPr lang="en-US" sz="825" dirty="0"/>
          </a:p>
        </p:txBody>
      </p:sp>
      <p:sp>
        <p:nvSpPr>
          <p:cNvPr id="20" name="Text 16"/>
          <p:cNvSpPr/>
          <p:nvPr/>
        </p:nvSpPr>
        <p:spPr>
          <a:xfrm>
            <a:off x="295176" y="3343672"/>
            <a:ext cx="147650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บัตเตอร์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295176" y="3554181"/>
            <a:ext cx="1476507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โกลเด้น รีทรีฟเวอร์</a:t>
            </a:r>
            <a:endParaRPr lang="en-US" sz="7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176" y="3795448"/>
            <a:ext cx="95250" cy="952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09443" y="3790156"/>
            <a:ext cx="426277" cy="14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ลาดพร้าว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1394354" y="3768990"/>
            <a:ext cx="37732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 กม.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1914426" y="2038945"/>
            <a:ext cx="1609824" cy="1992478"/>
          </a:xfrm>
          <a:prstGeom prst="roundRect">
            <a:avLst>
              <a:gd name="adj" fmla="val 118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914426" y="2038945"/>
            <a:ext cx="1609824" cy="12190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745" y="2416803"/>
            <a:ext cx="463186" cy="463186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2986319" y="3096287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29" name="Text 23"/>
          <p:cNvSpPr/>
          <p:nvPr/>
        </p:nvSpPr>
        <p:spPr>
          <a:xfrm>
            <a:off x="3043469" y="3105812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30" name="Text 24"/>
          <p:cNvSpPr/>
          <p:nvPr/>
        </p:nvSpPr>
        <p:spPr>
          <a:xfrm>
            <a:off x="2076218" y="2146895"/>
            <a:ext cx="257638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825" dirty="0"/>
          </a:p>
        </p:txBody>
      </p:sp>
      <p:sp>
        <p:nvSpPr>
          <p:cNvPr id="31" name="Text 25"/>
          <p:cNvSpPr/>
          <p:nvPr/>
        </p:nvSpPr>
        <p:spPr>
          <a:xfrm>
            <a:off x="2019101" y="3343672"/>
            <a:ext cx="1476673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มิว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2019101" y="3554181"/>
            <a:ext cx="147667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สก็อตติช โฟลด์</a:t>
            </a:r>
            <a:endParaRPr lang="en-US" sz="7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101" y="3795448"/>
            <a:ext cx="95250" cy="9525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133368" y="3790156"/>
            <a:ext cx="320775" cy="14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บางนา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3118445" y="3768990"/>
            <a:ext cx="37732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กม.</a:t>
            </a:r>
            <a:endParaRPr lang="en-US" sz="750" dirty="0"/>
          </a:p>
        </p:txBody>
      </p:sp>
      <p:sp>
        <p:nvSpPr>
          <p:cNvPr id="36" name="Shape 29"/>
          <p:cNvSpPr/>
          <p:nvPr/>
        </p:nvSpPr>
        <p:spPr>
          <a:xfrm>
            <a:off x="190500" y="4145690"/>
            <a:ext cx="1609659" cy="1992478"/>
          </a:xfrm>
          <a:prstGeom prst="roundRect">
            <a:avLst>
              <a:gd name="adj" fmla="val 11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190500" y="4145690"/>
            <a:ext cx="1609659" cy="12190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654" y="4523548"/>
            <a:ext cx="463186" cy="463186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1262228" y="5203032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40" name="Text 32"/>
          <p:cNvSpPr/>
          <p:nvPr/>
        </p:nvSpPr>
        <p:spPr>
          <a:xfrm>
            <a:off x="1319378" y="5212557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41" name="Text 33"/>
          <p:cNvSpPr/>
          <p:nvPr/>
        </p:nvSpPr>
        <p:spPr>
          <a:xfrm>
            <a:off x="352293" y="4253640"/>
            <a:ext cx="257638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825" dirty="0"/>
          </a:p>
        </p:txBody>
      </p:sp>
      <p:sp>
        <p:nvSpPr>
          <p:cNvPr id="42" name="Text 34"/>
          <p:cNvSpPr/>
          <p:nvPr/>
        </p:nvSpPr>
        <p:spPr>
          <a:xfrm>
            <a:off x="1352914" y="4253640"/>
            <a:ext cx="361652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รางวัล</a:t>
            </a:r>
            <a:endParaRPr lang="en-US" sz="825" dirty="0"/>
          </a:p>
        </p:txBody>
      </p:sp>
      <p:sp>
        <p:nvSpPr>
          <p:cNvPr id="43" name="Text 35"/>
          <p:cNvSpPr/>
          <p:nvPr/>
        </p:nvSpPr>
        <p:spPr>
          <a:xfrm>
            <a:off x="295176" y="5450417"/>
            <a:ext cx="147650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ช็อกโก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295176" y="5660926"/>
            <a:ext cx="1476507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ช็อกโกแลต แล็บ</a:t>
            </a:r>
            <a:endParaRPr lang="en-US" sz="75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5176" y="5902193"/>
            <a:ext cx="95250" cy="9525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409443" y="5896902"/>
            <a:ext cx="273976" cy="14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สาทร</a:t>
            </a:r>
            <a:endParaRPr lang="en-US" sz="750" dirty="0"/>
          </a:p>
        </p:txBody>
      </p:sp>
      <p:sp>
        <p:nvSpPr>
          <p:cNvPr id="47" name="Text 38"/>
          <p:cNvSpPr/>
          <p:nvPr/>
        </p:nvSpPr>
        <p:spPr>
          <a:xfrm>
            <a:off x="1394354" y="5875735"/>
            <a:ext cx="37732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 กม.</a:t>
            </a:r>
            <a:endParaRPr lang="en-US" sz="750" dirty="0"/>
          </a:p>
        </p:txBody>
      </p:sp>
      <p:sp>
        <p:nvSpPr>
          <p:cNvPr id="48" name="Shape 39"/>
          <p:cNvSpPr/>
          <p:nvPr/>
        </p:nvSpPr>
        <p:spPr>
          <a:xfrm>
            <a:off x="1914426" y="4145690"/>
            <a:ext cx="1609824" cy="1992478"/>
          </a:xfrm>
          <a:prstGeom prst="roundRect">
            <a:avLst>
              <a:gd name="adj" fmla="val 118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1914426" y="4145690"/>
            <a:ext cx="1609824" cy="12190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745" y="4523548"/>
            <a:ext cx="463186" cy="463186"/>
          </a:xfrm>
          <a:prstGeom prst="rect">
            <a:avLst/>
          </a:prstGeom>
        </p:spPr>
      </p:pic>
      <p:sp>
        <p:nvSpPr>
          <p:cNvPr id="51" name="Shape 41"/>
          <p:cNvSpPr/>
          <p:nvPr/>
        </p:nvSpPr>
        <p:spPr>
          <a:xfrm>
            <a:off x="2986319" y="5203032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52" name="Text 42"/>
          <p:cNvSpPr/>
          <p:nvPr/>
        </p:nvSpPr>
        <p:spPr>
          <a:xfrm>
            <a:off x="3043469" y="5212557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53" name="Text 43"/>
          <p:cNvSpPr/>
          <p:nvPr/>
        </p:nvSpPr>
        <p:spPr>
          <a:xfrm>
            <a:off x="2076218" y="4253640"/>
            <a:ext cx="257638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หาย</a:t>
            </a:r>
            <a:endParaRPr lang="en-US" sz="825" dirty="0"/>
          </a:p>
        </p:txBody>
      </p:sp>
      <p:sp>
        <p:nvSpPr>
          <p:cNvPr id="54" name="Text 44"/>
          <p:cNvSpPr/>
          <p:nvPr/>
        </p:nvSpPr>
        <p:spPr>
          <a:xfrm>
            <a:off x="2019101" y="5450417"/>
            <a:ext cx="1476673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ไข่มุก</a:t>
            </a:r>
            <a:endParaRPr lang="en-US" sz="1050" dirty="0"/>
          </a:p>
        </p:txBody>
      </p:sp>
      <p:sp>
        <p:nvSpPr>
          <p:cNvPr id="55" name="Text 45"/>
          <p:cNvSpPr/>
          <p:nvPr/>
        </p:nvSpPr>
        <p:spPr>
          <a:xfrm>
            <a:off x="2019101" y="5660926"/>
            <a:ext cx="147667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เปอร์เซีย</a:t>
            </a:r>
            <a:endParaRPr lang="en-US" sz="750" dirty="0"/>
          </a:p>
        </p:txBody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19101" y="5902193"/>
            <a:ext cx="95250" cy="95250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2133368" y="5896902"/>
            <a:ext cx="268685" cy="14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เมือง</a:t>
            </a:r>
            <a:endParaRPr lang="en-US" sz="750" dirty="0"/>
          </a:p>
        </p:txBody>
      </p:sp>
      <p:sp>
        <p:nvSpPr>
          <p:cNvPr id="58" name="Text 47"/>
          <p:cNvSpPr/>
          <p:nvPr/>
        </p:nvSpPr>
        <p:spPr>
          <a:xfrm>
            <a:off x="3118445" y="5875735"/>
            <a:ext cx="37732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 กม.</a:t>
            </a:r>
            <a:endParaRPr lang="en-US" sz="750" dirty="0"/>
          </a:p>
        </p:txBody>
      </p:sp>
      <p:sp>
        <p:nvSpPr>
          <p:cNvPr id="59" name="Shape 48"/>
          <p:cNvSpPr/>
          <p:nvPr/>
        </p:nvSpPr>
        <p:spPr>
          <a:xfrm>
            <a:off x="190500" y="6252435"/>
            <a:ext cx="1609659" cy="1992478"/>
          </a:xfrm>
          <a:prstGeom prst="roundRect">
            <a:avLst>
              <a:gd name="adj" fmla="val 118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sp>
        <p:nvSpPr>
          <p:cNvPr id="60" name="Shape 49"/>
          <p:cNvSpPr/>
          <p:nvPr/>
        </p:nvSpPr>
        <p:spPr>
          <a:xfrm>
            <a:off x="190500" y="6252435"/>
            <a:ext cx="1609659" cy="12190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654" y="6630293"/>
            <a:ext cx="463186" cy="463186"/>
          </a:xfrm>
          <a:prstGeom prst="rect">
            <a:avLst/>
          </a:prstGeom>
        </p:spPr>
      </p:pic>
      <p:sp>
        <p:nvSpPr>
          <p:cNvPr id="62" name="Shape 50"/>
          <p:cNvSpPr/>
          <p:nvPr/>
        </p:nvSpPr>
        <p:spPr>
          <a:xfrm>
            <a:off x="1262228" y="7309776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63" name="Text 51"/>
          <p:cNvSpPr/>
          <p:nvPr/>
        </p:nvSpPr>
        <p:spPr>
          <a:xfrm>
            <a:off x="1319378" y="7319301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64" name="Text 52"/>
          <p:cNvSpPr/>
          <p:nvPr/>
        </p:nvSpPr>
        <p:spPr>
          <a:xfrm>
            <a:off x="352293" y="6360385"/>
            <a:ext cx="383646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พบเจอ</a:t>
            </a:r>
            <a:endParaRPr lang="en-US" sz="825" dirty="0"/>
          </a:p>
        </p:txBody>
      </p:sp>
      <p:sp>
        <p:nvSpPr>
          <p:cNvPr id="65" name="Text 53"/>
          <p:cNvSpPr/>
          <p:nvPr/>
        </p:nvSpPr>
        <p:spPr>
          <a:xfrm>
            <a:off x="295176" y="7557162"/>
            <a:ext cx="147650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โมจิ</a:t>
            </a:r>
            <a:endParaRPr lang="en-US" sz="1050" dirty="0"/>
          </a:p>
        </p:txBody>
      </p:sp>
      <p:sp>
        <p:nvSpPr>
          <p:cNvPr id="66" name="Text 54"/>
          <p:cNvSpPr/>
          <p:nvPr/>
        </p:nvSpPr>
        <p:spPr>
          <a:xfrm>
            <a:off x="295176" y="7767671"/>
            <a:ext cx="1476507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ชิบะ อินุ</a:t>
            </a:r>
            <a:endParaRPr lang="en-US" sz="750" dirty="0"/>
          </a:p>
        </p:txBody>
      </p:sp>
      <p:pic>
        <p:nvPicPr>
          <p:cNvPr id="6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5176" y="8008938"/>
            <a:ext cx="95250" cy="95250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409443" y="8003646"/>
            <a:ext cx="538229" cy="14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วังทองหลาง</a:t>
            </a:r>
            <a:endParaRPr lang="en-US" sz="750" dirty="0"/>
          </a:p>
        </p:txBody>
      </p:sp>
      <p:sp>
        <p:nvSpPr>
          <p:cNvPr id="69" name="Text 56"/>
          <p:cNvSpPr/>
          <p:nvPr/>
        </p:nvSpPr>
        <p:spPr>
          <a:xfrm>
            <a:off x="1394354" y="7982479"/>
            <a:ext cx="37732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 กม.</a:t>
            </a:r>
            <a:endParaRPr lang="en-US" sz="750" dirty="0"/>
          </a:p>
        </p:txBody>
      </p:sp>
      <p:sp>
        <p:nvSpPr>
          <p:cNvPr id="70" name="Shape 57"/>
          <p:cNvSpPr/>
          <p:nvPr/>
        </p:nvSpPr>
        <p:spPr>
          <a:xfrm>
            <a:off x="1914426" y="6252435"/>
            <a:ext cx="1609824" cy="1992478"/>
          </a:xfrm>
          <a:prstGeom prst="roundRect">
            <a:avLst>
              <a:gd name="adj" fmla="val 118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19050" dir="5400000">
              <a:srgbClr val="000000">
                <a:alpha val="30000"/>
              </a:srgbClr>
            </a:outerShdw>
          </a:effectLst>
        </p:spPr>
      </p:sp>
      <p:sp>
        <p:nvSpPr>
          <p:cNvPr id="71" name="Shape 58"/>
          <p:cNvSpPr/>
          <p:nvPr/>
        </p:nvSpPr>
        <p:spPr>
          <a:xfrm>
            <a:off x="1914426" y="6252435"/>
            <a:ext cx="1609824" cy="1219068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</p:sp>
      <p:pic>
        <p:nvPicPr>
          <p:cNvPr id="7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87745" y="6630293"/>
            <a:ext cx="463186" cy="463186"/>
          </a:xfrm>
          <a:prstGeom prst="rect">
            <a:avLst/>
          </a:prstGeom>
        </p:spPr>
      </p:pic>
      <p:sp>
        <p:nvSpPr>
          <p:cNvPr id="73" name="Shape 59"/>
          <p:cNvSpPr/>
          <p:nvPr/>
        </p:nvSpPr>
        <p:spPr>
          <a:xfrm>
            <a:off x="2986319" y="7309776"/>
            <a:ext cx="471289" cy="114102"/>
          </a:xfrm>
          <a:prstGeom prst="roundRect">
            <a:avLst>
              <a:gd name="adj" fmla="val 33391"/>
            </a:avLst>
          </a:prstGeom>
          <a:solidFill>
            <a:srgbClr val="000000">
              <a:alpha val="18000"/>
            </a:srgbClr>
          </a:solidFill>
          <a:ln/>
        </p:spPr>
      </p:sp>
      <p:sp>
        <p:nvSpPr>
          <p:cNvPr id="74" name="Text 60"/>
          <p:cNvSpPr/>
          <p:nvPr/>
        </p:nvSpPr>
        <p:spPr>
          <a:xfrm>
            <a:off x="3043469" y="7319301"/>
            <a:ext cx="433189" cy="1331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i="1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photo</a:t>
            </a:r>
            <a:endParaRPr lang="en-US" sz="675" dirty="0"/>
          </a:p>
        </p:txBody>
      </p:sp>
      <p:sp>
        <p:nvSpPr>
          <p:cNvPr id="75" name="Text 61"/>
          <p:cNvSpPr/>
          <p:nvPr/>
        </p:nvSpPr>
        <p:spPr>
          <a:xfrm>
            <a:off x="2076218" y="6360385"/>
            <a:ext cx="383646" cy="1860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spc="15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พบเจอ</a:t>
            </a:r>
            <a:endParaRPr lang="en-US" sz="825" dirty="0"/>
          </a:p>
        </p:txBody>
      </p:sp>
      <p:sp>
        <p:nvSpPr>
          <p:cNvPr id="76" name="Text 62"/>
          <p:cNvSpPr/>
          <p:nvPr/>
        </p:nvSpPr>
        <p:spPr>
          <a:xfrm>
            <a:off x="2019101" y="7557162"/>
            <a:ext cx="1476673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พิ้งค์</a:t>
            </a:r>
            <a:endParaRPr lang="en-US" sz="1050" dirty="0"/>
          </a:p>
        </p:txBody>
      </p:sp>
      <p:sp>
        <p:nvSpPr>
          <p:cNvPr id="77" name="Text 63"/>
          <p:cNvSpPr/>
          <p:nvPr/>
        </p:nvSpPr>
        <p:spPr>
          <a:xfrm>
            <a:off x="2019101" y="7767671"/>
            <a:ext cx="147667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ไทย / Domestic</a:t>
            </a:r>
            <a:endParaRPr lang="en-US" sz="750" dirty="0"/>
          </a:p>
        </p:txBody>
      </p:sp>
      <p:pic>
        <p:nvPicPr>
          <p:cNvPr id="7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19101" y="8008938"/>
            <a:ext cx="95250" cy="95250"/>
          </a:xfrm>
          <a:prstGeom prst="rect">
            <a:avLst/>
          </a:prstGeom>
        </p:spPr>
      </p:pic>
      <p:sp>
        <p:nvSpPr>
          <p:cNvPr id="79" name="Text 64"/>
          <p:cNvSpPr/>
          <p:nvPr/>
        </p:nvSpPr>
        <p:spPr>
          <a:xfrm>
            <a:off x="2133368" y="8003646"/>
            <a:ext cx="440499" cy="143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ดอนเมือง</a:t>
            </a:r>
            <a:endParaRPr lang="en-US" sz="750" dirty="0"/>
          </a:p>
        </p:txBody>
      </p:sp>
      <p:sp>
        <p:nvSpPr>
          <p:cNvPr id="80" name="Text 65"/>
          <p:cNvSpPr/>
          <p:nvPr/>
        </p:nvSpPr>
        <p:spPr>
          <a:xfrm>
            <a:off x="3118445" y="7982479"/>
            <a:ext cx="377329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กม.</a:t>
            </a:r>
            <a:endParaRPr lang="en-US" sz="750" dirty="0"/>
          </a:p>
        </p:txBody>
      </p:sp>
      <p:sp>
        <p:nvSpPr>
          <p:cNvPr id="81" name="Shape 66"/>
          <p:cNvSpPr/>
          <p:nvPr/>
        </p:nvSpPr>
        <p:spPr>
          <a:xfrm>
            <a:off x="0" y="7258017"/>
            <a:ext cx="3714750" cy="78101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0371" y="7382868"/>
            <a:ext cx="209517" cy="209517"/>
          </a:xfrm>
          <a:prstGeom prst="rect">
            <a:avLst/>
          </a:prstGeom>
        </p:spPr>
      </p:pic>
      <p:sp>
        <p:nvSpPr>
          <p:cNvPr id="83" name="Text 67"/>
          <p:cNvSpPr/>
          <p:nvPr/>
        </p:nvSpPr>
        <p:spPr>
          <a:xfrm>
            <a:off x="220266" y="7620827"/>
            <a:ext cx="386093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หน้าแรก</a:t>
            </a:r>
            <a:endParaRPr lang="en-US" sz="750" dirty="0"/>
          </a:p>
        </p:txBody>
      </p:sp>
      <p:pic>
        <p:nvPicPr>
          <p:cNvPr id="8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0961" y="7382868"/>
            <a:ext cx="209517" cy="209517"/>
          </a:xfrm>
          <a:prstGeom prst="rect">
            <a:avLst/>
          </a:prstGeom>
        </p:spPr>
      </p:pic>
      <p:sp>
        <p:nvSpPr>
          <p:cNvPr id="85" name="Text 68"/>
          <p:cNvSpPr/>
          <p:nvPr/>
        </p:nvSpPr>
        <p:spPr>
          <a:xfrm>
            <a:off x="1013685" y="7620827"/>
            <a:ext cx="300104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</a:t>
            </a:r>
            <a:endParaRPr lang="en-US" sz="750" dirty="0"/>
          </a:p>
        </p:txBody>
      </p:sp>
      <p:sp>
        <p:nvSpPr>
          <p:cNvPr id="86" name="Shape 69"/>
          <p:cNvSpPr/>
          <p:nvPr/>
        </p:nvSpPr>
        <p:spPr>
          <a:xfrm>
            <a:off x="1600068" y="7192533"/>
            <a:ext cx="514284" cy="514284"/>
          </a:xfrm>
          <a:prstGeom prst="ellipse">
            <a:avLst/>
          </a:prstGeom>
          <a:ln/>
          <a:effectLst>
            <a:outerShdw sx="100000" sy="100000" kx="0" ky="0" algn="bl" rotWithShape="0" blurRad="171450" dist="38100" dir="5400000">
              <a:srgbClr val="000000">
                <a:alpha val="30000"/>
              </a:srgbClr>
            </a:outerShdw>
          </a:effectLst>
        </p:spPr>
      </p:sp>
      <p:pic>
        <p:nvPicPr>
          <p:cNvPr id="8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33351" y="7325817"/>
            <a:ext cx="247551" cy="247551"/>
          </a:xfrm>
          <a:prstGeom prst="rect">
            <a:avLst/>
          </a:prstGeom>
        </p:spPr>
      </p:pic>
      <p:pic>
        <p:nvPicPr>
          <p:cNvPr id="8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84107" y="7382868"/>
            <a:ext cx="209517" cy="209517"/>
          </a:xfrm>
          <a:prstGeom prst="rect">
            <a:avLst/>
          </a:prstGeom>
        </p:spPr>
      </p:pic>
      <p:sp>
        <p:nvSpPr>
          <p:cNvPr id="89" name="Text 70"/>
          <p:cNvSpPr/>
          <p:nvPr/>
        </p:nvSpPr>
        <p:spPr>
          <a:xfrm>
            <a:off x="2393322" y="7620827"/>
            <a:ext cx="467122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รับอุปการะ</a:t>
            </a:r>
            <a:endParaRPr lang="en-US" sz="750" dirty="0"/>
          </a:p>
        </p:txBody>
      </p:sp>
      <p:pic>
        <p:nvPicPr>
          <p:cNvPr id="9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34697" y="7382868"/>
            <a:ext cx="209517" cy="209517"/>
          </a:xfrm>
          <a:prstGeom prst="rect">
            <a:avLst/>
          </a:prstGeom>
        </p:spPr>
      </p:pic>
      <p:sp>
        <p:nvSpPr>
          <p:cNvPr id="91" name="Text 71"/>
          <p:cNvSpPr/>
          <p:nvPr/>
        </p:nvSpPr>
        <p:spPr>
          <a:xfrm>
            <a:off x="3199970" y="7620827"/>
            <a:ext cx="355170" cy="186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โปรไฟล์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2026-04-26T03:53:13Z</dcterms:created>
  <dcterms:modified xsi:type="dcterms:W3CDTF">2026-04-26T03:53:13Z</dcterms:modified>
</cp:coreProperties>
</file>